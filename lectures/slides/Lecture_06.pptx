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6</a:t>
            </a:r>
          </a:p>
          <a:p>
            <a:r>
              <a:rPr sz="3400" b="1">
                <a:solidFill>
                  <a:srgbClr val="FFFFFF"/>
                </a:solidFill>
              </a:rPr>
              <a:t>Формальні моделі розмежування доступу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Формальні моделі розмежування доступу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Лекція 6. Безпека програмного забезпечення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Лекція 5: принципи проєктування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Лекція 6: апарат доведення властивостей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Лекція 7: реалізація розмежування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Політика доступу як властивість, що доводиться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План лекції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6.1. Матриця доступу, команди HRU, проблема безпеки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6.2. Мандатні моделі: ADEPT-50, Белла–ЛаПадули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6.3. Моделі цілісності: Біба, Кларк–Вілсон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6.4. Деннінг, Лендвер, TCSEC і НД ТЗІ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Перерва — після другої частини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Формальна модель розмежування доступу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Множина станів системи захисту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Правила переходу між станами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Властивість, яку правила зберігають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Доведення замість перевірки прикладами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Чинне, доки реалізація відповідає моделі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Стан системи захисту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Q = (S, O, M)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 — суб'єкти, O — об'єкти, S ⊆ O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M[s, o] ⊆ R — права в комірці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Рядок — вектор прав суб'єкта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Стовпець — список допущених суб'єктів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Подання визначає вартість відкликання права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Монітор звернень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Кожне звернення проходить через монітор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У НД ТЗІ — диспетчер доступу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Матриця з опису стає інваріантом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Обсяг, придатний до верифікації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Примітивні операції HRU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enter r into M[s, o]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delete r from M[s, o]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create subject s / create object o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destroy subject s / destroy object o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Рядок з'являється лише для суб'єкта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Команди HRU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if r1 ∈ M[xs, xo] and … then op1; …; opn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Умова перевіряє наявні права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Тіло змінює матрицю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own ∈ M[s, f]: передає лише власник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read ∈ M[s, f]: джерелом стає кожен одержувач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Проблема безпеки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Початковий стан Q0 і право r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Будь-яка скінченна послідовність команд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Витік: r у комірці, де його не було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Властивість усіх досяжних станів, не поточного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Теорема HRU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Загальний випадок — нерозв'язна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Система HRU моделює машину Тюрінга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Витік зводиться до проблеми зупинки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Моноопераційні системи: розв'язна, NP-повна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Універсального аналізатора прав не існує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Обмежити передавання або перейти до міток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Дискреційне і мандатне розмежування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DAC: рішення ухвалює власник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Троянська програма діє з правами користувача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Читання й запис дозволені обидва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Політику порушено, правил — ні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MAC: правило задає система за мітками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Модель ADEPT-50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Профіль: авторитет A, категорія C, франшиза F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A(j) = min(A(u), A(t)), C(j) = C(u) ∩ C(t)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Доступ: A(f) ≤ A(j), C(f) ⊆ C(j), u ∈ F(f)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Термінал — рання форма контексту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Позначка верхньої межі: гриф нових файлів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Позначка зростає монотонно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Мітки безпеки та ґратка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L = (c, K)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L1 ≥ L2 ⇔ c1 ≥ c2 і K1 ⊇ K2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Домінування — частковий порядок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{ФІН} і {КАДР} непорівнянні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Мітки з межами утворюють ґратку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Властивості моделі Белла–ЛаПадули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Проста: читання за L(s) ≥ L(o) — no read up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Зіркова: запис за L(o) ≥ L(s) — no write down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Дискреційна: дозвіл матриці доступу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Доступ — за згоди обох механізмів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Зіркова властивість блокує троянську програму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Теорема базової безпеки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Початковий стан задовольняє властивості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Кожен перехід їх зберігає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Властивості виконано в усіх досяжних станах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Перевірка зводиться до одного переходу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Правило спокою: мітки активних сутностей незмінні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Числовий приклад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Суб'єкт s: мітка (2, {ФІН})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Звіт (1, {ФІН}): читання так, запис ні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Довідка (1, {КАДР}): ні читання, ні запису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Зведення (3, {ФІН, КАДР}): лише запис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Категорії діють незалежно від рівня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Сліпий запис і довірені суб'єкти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Запис в об'єкт, який неможливо прочитати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Конфіденційність коштом цілісності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Довірені суб'єкти поза зірковою властивістю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Розсекречення, друк, шлюз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Входять до довіреної обчислювальної бази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Їх кількість — міра залишкової довіри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Приховані канали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Шлях передавання поза політикою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Канал за пам'яттю, канал за часом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Закладку записано вгору законно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Запускає її допущений користувач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Жодної властивості моделі не порушено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Модель Біби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Рівень цілісності I — довіра до джерела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Загроза — забруднення даних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Читання: I(o) ≥ I(s), заборона читання вниз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Запис: I(s) ≥ I(o), заборона запису вгору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Виклик лише суб'єкта не вищого рівня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Варіанти і межі моделі Біби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Політика нижньої межі: mac_lomac, FreeBSD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MIC у Windows: рівень процесу при створенні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Конфіденційність — угору, цілісність — униз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Поєднання двох ґраток блокує потоки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Коректності перетворення модель не описує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Кларк–Вілсон: дані і процедури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Правильно сформована транзакція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Розділення обов'язків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CDI — дані під контролем цілісності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UDI — дані ззовні, ще не перевірені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TP — єдиний спосіб змінити CDI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IVP — перевірка допустимості стану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Два види правил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Сертифікація — виконує людина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IVP, коректність TP, розділення обов'язків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Журнал є CDI; UDI перетворити або відхилити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Примусове виконання — реалізує система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Сертифікована TP, перевірка трійки, автентифікація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Виконавець трійки її не сертифікує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Трійка як одиниця доступу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користувач — TP — множина CDI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Переказ лише через TP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Перевірка трійки, атомарна зміна, журнал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Інваріант сталої суми за побудовою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Дозволено операцію, а не запис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Цілісність: узгодженість і відповідність дійсності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Порівняння трьох моделей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Белла–ЛаПадули: конфіденційність, мітки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Біба: цілісність, мітки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Кларк–Вілсон: цілісність і узгодженість, трійки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Читання: вниз (БЛП) / вгору (Біба) / лише через TP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Роль людини: допуск, рівні, сертифікація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Модель Деннінг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⟨N, P, SC, ⊕, →⟩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N — сховища, P — процеси, SC — класи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→ частковий порядок, ⊕ — верхня межа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SC(a1) ⊕ … ⊕ SC(an) → SC(b)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Белла–ЛаПадули — частковий випадок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Явні й неявні потоки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Явний потік створює присвоєння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Неявний: умова визначає значення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if (secret &gt; 100) public = 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Відновлюється предикат про secret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Консервативність: хибні спрацювання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Канал за часом лишається поза перевіркою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Модель Лендвера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Політика в поняттях предметної області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Системи обміну повідомленнями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Об'єкт — однорівнева одиниця з міткою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Контейнер — багаторівнева структура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Твердження безпеки окремо від припущень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Класи захищеності TCSEC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D — мінімальний захист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C1, C2 — дискреційне розмежування; HRU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B1 — мітки й MAC; Белла–ЛаПадули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B2, B3 — приховані канали, монітор звернень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A1 — формальна верифікація проєкту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Формальна модель — умова високого класу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НД ТЗІ 2.5-004-99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Функціональні послуги за чотирма напрямами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Довірча конфіденційність — дискреційне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Адміністративна конфіденційність — мандатне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Довірча й адміністративна цілісність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Аналіз прихованих каналів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Профілі захищеності — НД ТЗІ 2.5-005-99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Доведення для всіх досяжних станів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HRU: розширення прав не перевірити автоматично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MAC усуває загрозу троянської програми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Біба: дуальні правила, довіра до джерела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Кларк–Вілсон: сертифікована трійка замість пари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Деннінг: потоки; TCSEC і НД ТЗІ: вимоги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Самостійне опрацювання і далі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Модель «взяти — надати»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Приховані канали: виявлення й пропускна здатність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Невиводимість і невтручання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НД ТЗІ 2.5-004-99, розділи 4 і 5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Лекція 7: реалізація розмежування та моніторинг безпеки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6. Формальні моделі розмежування доступу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