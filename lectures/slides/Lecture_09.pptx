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9</a:t>
            </a:r>
          </a:p>
          <a:p>
            <a:r>
              <a:rPr sz="3400" b="1">
                <a:solidFill>
                  <a:srgbClr val="FFFFFF"/>
                </a:solidFill>
              </a:rPr>
              <a:t>Автентифікація та авторизація в розподілених застосунках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Автентифікація та авторизація в розподілених застосунках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Лекція 9 курсу «Безпека ПЗ»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Лекція 8: перевірка особи в момент входу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Сьогодні — те, що відбувається після входу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Одна система → застосунок із кількох компонентів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План лекції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9.1 Керування сесіями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9.2 Токени доступу та JSON Web Token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9.3 OAuth 2.0 та OpenID Connect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9.4 Порушення контролю доступу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Перерва після другої частини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Сесія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HTTP стану не має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Повна автентифікація на кожен запит неприйнятна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Функція формування ключа навмисно повільна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Сесія — обмежений у часі стан взаємодії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Пов'язує запити з однією автентифікацією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Дві реалізації сесії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Зі збереженням стану: запис на сервері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Клієнт отримує непрозорий ідентифікатор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Відкликання миттєве, потрібне спільне сховище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 збереження стану: стан у токені клієнта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Масштабується, відкликання не миттєве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Вибір: миттєвість відкликання чи незалежність вузлів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Вимоги до ідентифікатора сесії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Заміщує пароль — вимоги не м'якші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Джерело: CSPRNG, не генератор за часом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Ініціалізація часом — тисячі кандидатів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Ентропія: ASVS ≥ 64 біти, практично 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Оцінка вгадування ідентифікатора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N_вгад ≈ (A · r · t) / 2^H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 = 10^4 сесій, r = 10^3 запитів/с, t = 86 400 с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H = 32 біти → ≈ 201 чужа сесія за добу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H = 64 біти → 4,7·10^-8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За N ≪ 1 оцінка збігається з імовірністю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Де зберігати ідентифікатор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 сервері — ключ запису сесії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У cookie, не в URL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URL потрапляє до журналів проксі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Історія браузера, заголовок Referer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Бездіяльність 15–30 хв — покинуте робоче місце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Абсолютний строк 8–12 год — вікно викрадення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Захисні атрибути cookie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HttpOnly — недоступна сценаріям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Дії від імені жертви сценарій виконує і без cookie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Secure — лише каналом HTTPS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SameSite: Strict / Lax проти CSRF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Lax не захищає, якщо GET змінює стан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__Host- : Secure, Path=/, без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Три класи атак на сесію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Викрадення: XSS, відкритий канал, журнали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Контрзахід: HttpOnly, Secure, політика вмісту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Фіксація: нав'язаний ідентифікатор до входу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Контрзахід: перевипуск після автентифікації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Повторне відтворення перехопленого запиту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Контрзахід: TLS і короткий строк дії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Перевипуск ідентифікатора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Уразливо: збережено надісланий клієнтом sid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Безпечно: старий запис знищено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Новий ідентифікатор із CSPRNG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Та сама ротація після підвищення привілеїв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Cookie: __Host-sid; Secure; HttpOnly; SameSite=Lax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Вихід видаляє запис на сервері, не лише cookie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Від спільного сховища до токена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Десятки сервісів — спільне сховище сесій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Спільний механізм і точка відмови (лекція 5)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Токен доступу — самодостатнє посвідчення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Підписане емітентом, перевіряється локально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JWT: набір тверджень у форматі JSON (RFC 7519)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Структура JWT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JWS — підписане подання, три частини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JWE — зашифроване подання, п'ять частин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Заголовок: тип і алгоритм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Навантаження: твердження про суб'єкта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Підпис перших двох частин, base64url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Кодування, а не шифрування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Зареєстровані твердження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iss — емітент, sub — суб'єкт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aud — адресат токена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iat — момент видачі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nbf, exp — межі чинності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jti — виявлення повторного відтворення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scope — прикладне твердження про дозволені дії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Довіра до заголовка alg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alg=none: токен без підпису чинний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Твердження задає порушник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RS256 → HS256: відкритий ключ як секрет HMAC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Підпис підробляється тривіально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Алгоритми задає конфігурація, а не токен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Тип ключа визначає алгоритм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Пропущені перевірки та відкликання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Немає exp, nbf — токен чинний необмежено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Допуск 30–60 с на розбіжність годинників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Немає aud, iss — токен іншого сервісу приймають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Звіряння з власним ідентифікатором і переліком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Підписаний токен неможливо забрати назад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Відкликання не діє до кінця строку exp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Токен доступу і токен оновлення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N_звер = ⌈T_сеанс / T_дост⌉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T_сеанс = 480 хв, T_дост = 15 хв → 32 звернення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Вікно зловживання 15 хв замість 8 год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T_дост = 5 хв: вікно втричі менше, навантаження втричі більше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Ротація: витрачений токен = компрометація ланцюга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Перевірка JWT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Уразливо: алгоритм із заголовка токена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Емітента й адресата не перевірено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Контроль строку дії вимкнено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Безпечно: алгоритм і ключ із конфігурації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require: exp, iss, aud — вимога наявності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Не робить відкликання миттєвим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Задача делегування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Клієнт потребує даних користувача в іншому сервісі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Просити пароль — антипатерн (лекція 5)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Усі права власника, а не частина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Відкликання лише зміною пароля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MFA у такій схемі непридатна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Чотири ролі OAuth 2.0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Власник ресурсу — користувач із даними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Клієнт — застосунок, що просить доступ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Сервер авторизації — автентифікація і згода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Сервер ресурсів — приймає токени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Облікових даних власника клієнт не бачить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Потік коду авторизації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Перенаправлення: client_id, redirect_uri, scope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state, code_challenge, code_challenge_method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Автентифікація й згода власника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Повернення браузера з одноразовим кодом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Обмін коду прямим запитом із code_verifier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Браузером іде лише код, не токени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Розширення PKCE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code_challenge = BASE64URL(SHA-256(code_verifier))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Загроза: перехоплення коду на мобільній платформі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Схему власного протоколу реєструє інший застосунок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code_verifier — 32 байти, 256 бітів ентропії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code_challenge — 43 символи base64url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Метод S256 обов'язковий; plain знецінює розширення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Параметр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Випадкове значення в сесії клієнта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Звіряння після повернення браузера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Без нього — чужий код підсунуто жертві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Дані жертви під'єднано до запису порушника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PKCE захищає код, state захищає клієнта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Потоки OAuth 2.0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Код авторизації з PKCE — рекомендований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Неявний — застарілий: токен у фрагменті URL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Токен в історії браузера й доступний сценаріям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Пароль власника — застарілий, MFA неможлива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Облікові дані клієнта — лише без користувача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OpenID Connect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Токен доступу не є доказом входу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OAuth 2.0 відповідає про дозвіл, не про особу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Область openid → додатковий id_token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Твердження: iss, sub, aud, exp, iat, auth_time, nonce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state зв'язує відповідь із запитом браузера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nonce зв'язує токен з актом автентифікації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Єдиний вхід і Kerberos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Одна автентифікація — багато сервісів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KDC видає квиток на видачу квитків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Службовий квиток на ключі сервісу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Залежність від синхронізації годинників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Офлайн-перебір ключа з пароля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Компрометація KDC — компрометація домену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Порушення контролю доступу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Хто звертається — питання п. 9.1–9.3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Чи дозволено дію над цим об'єктом — окреме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Очолює перелік OWASP Top 10:2021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Вертикальне: дія вищої ролі (CWE-862, 863)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Горизонтальне: чужий об'єкт тієї самої ролі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Роль перевірено коректно, належність — 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Різновиди й контрзаходи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IDOR (CWE-639): ідентифікатор із запиту як ключ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Належність — частина умови вибірки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Масове призначення (CWE-915): role=admin у формі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Перелік полів, дозволених до прив'язки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Обхід за формою шляху: /Admin/, %2e%2e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Нормалізація до перевірки, а не після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Розбір обробника замовлення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Уразливо: перевірено лише факт автентифікації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Заміна ідентифікатора відкриває чужі дані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Явне порівняння — дисципліна розробника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Тести від імені власника дефекту не бачать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Безпечно: owner_id в умові вибірки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Порожній результат — запис у журнал і відмова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Централізована перевірка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Рішення ухвалює сервер (повне посередництво)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Маршрут без правила недоступний (лекція 5)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Перевірка на рівні об'єкта, не лише ролі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Проміжний шар: «суб'єкт, ресурс, дія»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Шлюз бачить маршрут і твердження токена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Належність встановлює лише власник даних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Ідентифікатор сесії: CSPRNG, ≥ 64 біти, перевипуск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Атрибути cookie не взаємозамінні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Токен: цілісність без конфіденційності й відкликання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OAuth 2.0 не є доказом входу, OpenID Connect — є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Контроль доступу усувається конструкцією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Лекція 10: симетрична криптографія та контроль цілісності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9. Автентифікація та авторизація в розподілених застосунках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