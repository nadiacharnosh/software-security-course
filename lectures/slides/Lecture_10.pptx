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2000000"/>
            <a:ext cx="77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FC7CE"/>
                </a:solidFill>
              </a:rPr>
              <a:t>Лекція 10</a:t>
            </a:r>
          </a:p>
          <a:p>
            <a:r>
              <a:rPr sz="3400" b="1">
                <a:solidFill>
                  <a:srgbClr val="FFFFFF"/>
                </a:solidFill>
              </a:rPr>
              <a:t>Симетрична криптографія та контроль цілісності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6050000"/>
            <a:ext cx="7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FC7CE"/>
                </a:solidFill>
              </a:rPr>
              <a:t>Безпека програмного забезпечення · КПІ ім. Ігоря Сікорського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Симетрична криптографія та контроль цілісності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Лекція 10 курсу «Безпека ПЗ»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Лекції 8–9: криптографія як готовий блок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Сьогодні — устрій самих перетворень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Протидія перехопленню й модифікації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Лекція 11: асиметричні схеми та PKI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План лекції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10.1 Від класичних шифрів до сучасних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10.2 Блокові шифри та режими роботи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10.3 Хеш-функції, MAC, KDF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10.4 Типові помилки у програмному коді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Симетрична криптосистема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Множини M, C, K та алгоритми E, D</a:t>
            </a:r>
          </a:p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D~k~(E~k~(m)) = m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Один ключ на обидва перетворення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Спільний ключ треба спершу розподілити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Проблема розподілу — тема лекції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Принцип Керкгоффса (1883)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Стійкість спирається лише на таємність ключа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Порушник знає алгоритм, реалізацію, формати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Нерозголошення коду не є захисним заходом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Атаки за обсягом даних порушника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Вимога — стійкість у найсильнішій моделі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4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Підстановка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Заміна символа за фіксованим правилом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Одноалфавітна: 26! ≈ 4·10^26^ ключів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Частоти символів зберігаються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Розмір ключового простору — не гарантія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Частотний аналіз розкриває одноалфавітну підстановку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5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Багатоалфавітна підстановка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Періодичний ключ довжини t; шифр Віженера</a:t>
            </a:r>
          </a:p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c~i~ = (m~i~ + k~i mod t~) mod n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Частотний профіль згладжується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Слабке місце — періодичність ключа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Метод Касіскі (1863): НСД відстаней дає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6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Перестановка і гамування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Перестановка змінює лише порядок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Частоти зберігаються повністю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Комбінація з підстановкою — основа блокових шифрів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Гамування: додавання гами за модулем два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Одна процедура на шифрування й розшифрування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7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Одноразовий блокнот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H(M|C) = H(M)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Гама істинно випадкова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Не коротша за повідомлення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Використана рівно один раз, таємна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Цілісності не захищає: піддатливість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Порушення однієї умови руйнує доведення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8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Відстань єдиності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U = H(K) / 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Надмірність англійського тексту — 3,2 біта на літеру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Одноалфавітна підстановка: 88 / 3,2 ≈ 28 літер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Одноразовий блокнот: нескінченна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Дифузія — розсіювання статистики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Конфузія — нелінійна залежність від ключа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9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Блоковий шифр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Бієктивне перетворення блока довжини n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Параметризоване ключем сімейство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Ідеал — псевдовипадкова перестановка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Стійкість = міра відрізненності від ідеалу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Кожен раунд має бути зворотним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10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Мережа Фейстеля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L~i~ = R~i-1~, R~i~ = L~i-1~ ⊕ F(R~i-1~, K~i~)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Розшифрування: зворотний порядок підключів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Функція F може бути незворотною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DES: блок 64, ключ 56, 16 раундів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Відмова: короткий ключ і 64-бітний блок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11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Чому подвійного шифрування замало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Атака «зустріч посередині»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Таблиця E~K1~(P) для 2^56^ ключів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Пошук D~K2~(C) для кожного K~2~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≈2^57^ операцій замість 2^112^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3-DES: три ключі, ≈112 бітів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64-бітний блок лишає 3-DES для успадкованих систем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12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AES (FIPS PUB 197)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Не мережа Фейстеля; блок 128 бітів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Матриця 4 на 4 байти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SubBytes — конфузія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ShiftRows і MixColumns — дифузія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AddRoundKey — додавання підключа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10, 12 або 14 раундів для 128, 192, 256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13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Режим роботи та ECB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Режим задає обробку довгого повідомлення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Джерело дефектів — режим, а не шифр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ECB шифрує кожен блок незалежно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Однакові блоки дають однаковий шифротекст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Структура даних лишається видимою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Неприйнятний за конструкцією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14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CBC та оракул доповнення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Зчеплення з попереднім шифроблоком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IV унікальний і непередбачуваний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Сталий IV розкриває збіг префіксів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Різна реакція на помилки = padding oracle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Відновлення ≤256 запитів на байт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Протидія: перевірка тега до розшифрування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15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CTR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C~i~ = P~i~ ⊕ E~K~(N ‖ i)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Доповнення не потрібне, обробка паралельна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Пара «ключ, лічильник» неповторна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C~i~ ⊕ C'~i~ = P~i~ ⊕ P'~i~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Надмірність мови розкладає суму на доданки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Цілісності режим не дає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16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GCM і AEAD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CTR разом із тегом GHASH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Конфіденційність, цілісність, автентичність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Асоційовані дані захищено, але не приховано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Рекомендований nonce — 96 бітів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Повторення nonce відновлює підключ автентифікації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Наслідок гірший, ніж у CTR: підробка тегів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17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Порівняння режимів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ECB: IV немає, цілісності немає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CBC: непередбачуваний IV + окремий MAC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CTR: неповторна пара «ключ, лічильник»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GCM: унікальний nonce, цілісність вбудована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За замовчуванням — автентифіковане шифрування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18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Хеш-функція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Довільна довжина → фіксовані n бітів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Стійкість до прообразу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Стійкість до другого прообразу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Стійкість до колізій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Властивості нерівносильні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Стійкість до колізій падає першою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19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Парадокс днів народження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q ≈ 1,18 · √(2^n^)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Порядок величини — 2^n/2^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SHA-256: 2^128^; SHA-1: 2^80^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Довжина хешу — удвічі більша за рівень стійкості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Оцінка стосується лише колізій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Стійкість до прообразу падає значно пізніше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20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Стан хеш-функцій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MD5, 128 бітів, 2^64^ — непридатна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SHA-1, 160 бітів, 2^80^ — колізія у 2017 р.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SHA-256 — придатна; продовження повідомлення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SHA-512/256 — усічення знімає продовження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SHA3-256 — губчаста конструкція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Для нового коду: SHA-2 або SHA-3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21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Що саме дає колізія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Підписують хеш, а не текст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Підпис переносять на зловмисне повідомлення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HMAC на SHA-1 лишається стійким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Доведення HMAC не спирається на колізії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«Алгоритм зламано» без уточнення властивості — не твердження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22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Від хешу до MAC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Хеш-суму перерахує активний порушник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MAC — величина, необчислювана без ключа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H(K ‖ M) для SHA-2 непридатна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Схема Меркла–Дамгора: вихід = внутрішній стан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HMAC~K~(M) = H((K' ⊕ opad) ‖ H((K' ⊕ ipad) ‖ M))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MAC не підтверджує свіжості: потрібні лічильник або мітка часу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23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Функції формування ключа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Низька ентропія: PBKDF2, scrypt, Argon2id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Нерівномірна ентропія: HKDF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Вилучення: HMAC від матеріалу із сіллю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Розширення: байти за контекстним рядком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Розділення ключів за напрямами (TLS 1.3)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HKDF для паролів непридатна: перебір не дорожчає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24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Типові помилки, частина 1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Власний алгоритм або протокол — CWE-327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Немає публічного криптоаналізу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Режим ECB — CWE-327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Сталий або передбачуваний IV — CWE-329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Стандартний примітив, перевірена бібліотека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25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Типові помилки, частина 2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Повторний nonce — CWE-323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Шифрування без автентифікації — CWE-353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Хеш замість MAC — CWE-354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Порівняння тегів через «==» — CWE-208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Ключ із непридатного генератора — CWE-338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Ключ у вихідному коді — CWE-798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26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Розбір: сталий nonce у GCM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Ключ і nonce зі сталих модуля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Наслідок 1: розкриття вмісту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Наслідок 2: відновлення підключа GHASH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Виправлення: os.urandom(12) на повідомлення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Заголовок — як асоційовані дані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Великі потоки: лічильник і заміна ключа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27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Розбір: хеш замість MAC і часовий канал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H(K ‖ M) допускає продовження повідомлення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«==» завершується на першій розбіжності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32 позиції по 256 варіантів замість 2^256^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Виправлення: hmac.new і compare_digest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random — генератор Мерсенна, відновлюваний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Ключі, IV, солі, токени: os.urandom або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28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Шість пунктів рецензування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Режим автентифікований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Nonce унікальний під даним ключем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Ключ зі сховища секретів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Теги порівнюються за сталий час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Випадковість із криптографічного джерела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Заміну ключів передбачено заздалегідь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29 /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Висновки та наступна лекція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Керкгоффс: стійкість тільки на ключі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Потокове перетворення завжди піддатливе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Стійкість визначає режим, а не шифр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Хеш без ключа цілісності не контролює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Дефекти — не алгоритми, а їх застосування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Лекція 11: асиметрична криптографія, підпис, PKI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Лекція 10. Симетрична криптографія та контроль цілісності</dc:title>
  <dc:subject>Безпека програмного забезпечення</dc:subject>
  <dc:creator>Соколовський В. В.</dc:creator>
  <cp:keywords/>
  <dc:description/>
  <cp:lastModifiedBy>Соколовський В. В.</cp:lastModifiedBy>
  <cp:revision>1</cp:revision>
  <dcterms:created xsi:type="dcterms:W3CDTF">2026-10-07T07:16:13Z</dcterms:created>
  <dcterms:modified xsi:type="dcterms:W3CDTF">2026-10-07T07:16:13Z</dcterms:modified>
  <cp:category/>
</cp:coreProperties>
</file>