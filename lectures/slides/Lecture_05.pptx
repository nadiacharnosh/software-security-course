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5</a:t>
            </a:r>
          </a:p>
          <a:p>
            <a:r>
              <a:rPr sz="3400" b="1">
                <a:solidFill>
                  <a:srgbClr val="FFFFFF"/>
                </a:solidFill>
              </a:rPr>
              <a:t>Принципи безпечного проєктування програмних систем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Лекція 5. Принципи безпечного проєктування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Лекція 4 — процес, лекція 5 — зміст рішень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Принципи Зальцера і Шредера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Глибокий захист, безпечна відмова, нульова довіра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Ізоляція та довірена обчислювальна база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Архітектурні антипатерни безпеки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Дефект проєктування і дефект кодування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Дефект кодування — один модуль, виправлення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Дефект проєктування — структура системи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Усунення = зміна інтерфейсів і схеми даних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Вартість усунення визначає окрему фазу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Еталонні моделі SDL і SSDF виділяють проєктування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Зальцер і Шредер, 1975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Узагальнення досвіду ОС Multics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Вісім принципів захисту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Не алгоритм проєктування, а критерії перевірки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Для кожного принципу — типове порушення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Застосування: рецензування архітектури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Економія механізму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Механізм простий і малий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Верифікація можлива лише для аналізованого коду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Кожна гілка в логіці авторизації — ризик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Порушення: власна реалізація автентифікації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Складність збільшує обсяг припущень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Безпечні значення за замовчуванням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Базове рішення — відмова, дозвіл явний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denylist: пропуск дає тихий дозвіл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allowlist: пропуск дає помітну відмову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Асиметрія наслідків помилки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Порушення: перелік заборонених розширень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Перелік дозволеного: розбір коду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v1: DENIED = .exe, .sh, .php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внесене розширення проходить: .phtml, .cgi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v2: ALLOWED = .pdf, .png, .jpg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Розширення виділено розбором шляху, не підрядком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Межа: дозволене розширення не гарантує вмісту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Повне посередництво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 кожного звернення, а не першого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Порушення: перевірка при вході, кеш авторизації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Монітор звернень: неможливість обходу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Захищеність від модифікації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Обсяг, що піддається верифікації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Неможливість обходу — властивість архітектури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Відкритий проєкт і привілеї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Відкритий проєкт: таємний ключ, не конструкція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Керкгоффс 1883, формулювання Шеннона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Розділення привілеїв: дві незалежні умови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Мінімальні привілеї: за задачею і на час задачі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Два паролі в одному сховищі — одна умова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Спільні механізми й прийнятність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Мінімум спільного стану між компонентами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Канали: кеш, спільний обліковий запис БД, кеш ЦП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Порушення: кеш без ідентичності в ключі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Психологічна прийнятність: механізм не заважає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Щомісячна зміна пароля: NIST від неї відмовився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Глибокий захист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Кілька незалежних рубежів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Подолання одного не дає досягти мети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P_под = p1 · p2 · … · pn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Рубежі оцінюють разом, а не окремо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Формула (5.1)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Числовий приклад (5.1)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Рубіж 1: валідація вхідних даних, p1 = 0,3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Рубіж 2: параметризовані запити, p2 = 0,1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Рубіж 3: обліковий запис лише на читання, p3 = 0,1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P_под = 0,3 · 0,1 · 0,1 = 0,003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Два порядки проти самої лише валідації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Межа: кореляція рубежів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Множення коректне за незалежності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Спільна бібліотека розбору даних — спільний дефект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повна кореляція: 0,3 замість 0,03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Потрібна різнорідність, а не повторення перевірки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Схема показує два рубежі, система має один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Безпечна відмова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Збій, вичерпання ресурсу, недоступність сервісу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Стан за збою — заборона, не дозвіл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v1: except AuthzUnavailable → return True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v2: запис в аудит → return False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Атака на доступність сервісу авторизації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Ціна відмови та розподіл ролей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Ризик переноситься на доступність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Відмовостійкість сервісу авторизації — архітектурна вимога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Розділення обов'язків: розробник не затверджує випуск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Розділення привілеїв — умови однієї дії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Мінімізація довіри — менше припущень про коректність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Нульова довіра: припущення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Мережа вже скомпрометована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Розташування вузла не надає прав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Довіра не успадковується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Периметрова модель: одна межа — повний доступ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NIST SP 800-207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PDP і PEP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Ідентичність криптографічно на кожен запит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Взаємний TLS, токени з коротким строком дії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PDP ухвалює рішення, PEP застосовує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PEP розміщено перед ресурсом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Сегментація на рівні сервісу, не периметра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Межі нульової довіри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Усуває наслідки компрометації периметра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Не захищає від уразливостей застосунку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Ін'єкція SQL — від імені автентифікованого сервісу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Суперечить економії механізму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Виправдана за порушника всередині мережі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Довірена обчислювальна база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Апаратні, програмні, мікропрограмні компоненти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 їх коректності залежить політика безпеки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НД ТЗІ 2.5-004-99: комплекс засобів захисту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Дефект у TCB руйнує політику цілком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Дефект поза TCB обмежений правами компонента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Обсяг TCB і кількість дефектів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 ≈ ρ · L_TCB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ρ = 1 дефект на 1000 рядків (умовно)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Моноліт: 10^6 рядків → N ≈ 10^3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Ядро розділення (Рашбі): 10^4 рядків → N ≈ 10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10^4 рядків верифіковні, 10^6 — 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Ізоляція як засіб зменшення TCB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Середовище обмежує множину доступних дій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Компонент виводиться за межу довіреної бази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Нижчий рівень — ширший контроль, дорожчий перетин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Пісочниця: обмеження системних викликів і ресурсів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Для кожного механізму: що обмежує, TCB, залишковий ризик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Механізми ізоляції: залишковий ризик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Процес: зловживання дозволеними викликами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Пісочниця: помилки профілю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Контейнер: вразливість спільного ядра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ВМ: побічні канали через кеш ЦП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WebAssembly: логіка модуля, надмірні імпорти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Контейнер і віртуальна машина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Контейнер — процес з окремими просторами імен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Ядро спільне з рештою вузла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Вразливість ядра = вихід за межу контейнера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Ядро в TCB усіх контейнерів вузла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Код різних рівнів довіри — межею є ВМ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WebAssembly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Ізоляція конструкцією формату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Лінійна пам'ять, без вказівників на середовище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Перелік імпортів — політика доступу модуля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Надмірні імпорти порушують мінімальні привілеї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Захищає середовище від модуля, не модуль від себе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Архітектурні антипатерни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Невідомість як єдиний захід — відкритий проєкт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Довіра до даних клієнта — повне посередництво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 прав лише в інтерфейсі — те саме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Спільний привілейований запис — мінімальні привілеї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Жорстко закодовані секрети, CWE-798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Магічні параметри: debug=1 у промисловому середовищі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Розбір: сервіс звітності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Шлюз передає роль у заголовку X-User-Role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Правило прив'язане до маршруту /reports/*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Сервіс доступний у кластері повз шлюз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Рішення за маршрутом, а не за об'єктом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Роль зафіксована в токені під час входу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Виправлення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Ідентичність — із перевіреного токена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Рішення на кожне звернення, на рівні об'єкта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Сховище доступне лише через обгортку із суб'єктом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Відмову фіксують у журналі аудиту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Мережева політика забороняє обхід PEP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Посередництво дає структура шляху даних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Дефект проєктування усувають перепроєктуванням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Найчастіші порушення — базова відмова і посередництво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Глибокий захист працює лише за незалежності рубежів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Обсяг TCB задає кількість дефектів і можливість верифікації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Механізми ізоляції різняться міцністю межі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Самостійна робота і наступна тема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Розширення переліку принципів у працях Бішопа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Ядра розділення та формальна верифікація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Апаратна ізоляція: анклави й побічні канали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Керування секретами й короткочасні облікові дані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Лекція 6. Формальні моделі розмежування доступу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5. Принципи безпечного проєктування програмних систем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