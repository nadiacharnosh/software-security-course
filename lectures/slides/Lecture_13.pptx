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13</a:t>
            </a:r>
          </a:p>
          <a:p>
            <a:r>
              <a:rPr sz="3400" b="1">
                <a:solidFill>
                  <a:srgbClr val="FFFFFF"/>
                </a:solidFill>
              </a:rPr>
              <a:t>Вразливості програмних застосунків: OWASP Top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Вразливості програмних застосунків: OWASP Top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Лекція 13 курсу «Безпека ПЗ»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Лекція 12: дефекти безпеки пам'яті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Рівень застосунку — інша спільна причина</a:t>
            </a:r>
          </a:p>
          <a:p>
            <a:pPr>
              <a:spcAft>
                <a:spcPts val="1200"/>
              </a:spcAft>
            </a:pPr>
            <a:r>
              <a:rPr sz="1900" i="1">
                <a:solidFill>
                  <a:srgbClr val="006D77"/>
                </a:solidFill>
              </a:rPr>
              <a:t>Мова з безпечною пам'яті цього класу не усуває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План лекції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13.1 Ін'єкції в застосунках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13.2 XSS, CSRF, SSRF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13.3 Десеріалізація, шляхи, файли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13.4 Конфігурація й систематичний захист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Спільна причина: CWE-74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Змішування даних і команд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Роздільники позначають межі всередині тексту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Вставка з роздільником змінює структуру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Контрзахід — структурне розділення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Фільтрація розділення не забезпечує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OWASP Top 10: природа переліку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8 категорій — за даними вимірювань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A04 і A10 — за опитуванням спільноти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Категорії ризику, а не вразливості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Одна категорія — десятки типів CWE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CWE — класифікація, ASVS — повнота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«Містить A03» дефекту не описує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Категорії A01–A05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A01 Розмежування доступу — лекції 6, 9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A02 Криптографічні збої — лекції 10, 11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A03 Ін'єкції — п. 13.1, 13.2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A04 Небезпечне проєктування — лекції 3, 5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A05 Помилки конфігурації — п. 13.4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Групування за причиною, не за технікою атаки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Категорії A06–A10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A06 Вразливі компоненти — п. 13.4, лекція 15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A07 Збої автентифікації — лекції 8, 9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A08 Збої цілісності ПЗ і даних — п. 13.3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A09 Збої журналювання — лекція 7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A10 Підробка запиту на сервері — п. 13.2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Новий матеріал лекції: A03, A05, A06, A08, A10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Редакції переліку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Перегляд приблизно раз на 4 роки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Чинна база вимог — редакція 2021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2025: ланцюг постачання як A03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2025: конфігурація піднята до A02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A0x не є сталим ідентифікатором дефекту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У документах посилатися на номер CWE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Ін'єкція SQL (CWE-89)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Дані перетинають межу літерала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Вразливо: логін вклеєно у текст запиту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Безпечно: сталий текст і заповнювач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`' OR '1'='1` — умова істинна завжди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`' UNION SELECT` — вибірка хеш-сум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Лише ізольоване середовище: ст. 361–363-1 ККУ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Параметризований запит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Параметр не входить до тексту для розбору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Структуру визначено до підстановки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Параметризуються лише літерали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Імена таблиць і сортування — перелік дозволеного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Екранування контекстозалежне й неповне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ORM параметризує; сирий SQL лишається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Сліпа ін'єкція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Ні результату, ні тексту помилки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Поведінка залежить від істинності умови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Один запит — один біт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N = L × ⌈log2 M⌉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L = 64, M = 16 → N = 256 запитів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Приховування діагностики лише сповільнює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Той самий механізм — інші інтерпретатори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Другого порядку: конкатенація збереженого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Власна база не є довіреним джерелом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Оболонка ОС (CWE-78): аргументи списком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NoSQL: перевірка типу поля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LDAP (CWE-90): екранування метасимволів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Міжсайтове виконання сценаріїв (CWE-79)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Сценарій у контексті походження застосунку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Права сторінки, а не стороннього сайту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Читає документ, діє в наявній сесії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Серверна перевірка прав спрацьовує справно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Дію виконує законний браузер користувача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Три різновиди XSS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Відображене: перехід за посиланням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Збережене: віддається кожному відвідувачу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На основі DOM: цілком у браузері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Джерело — `location.hash`, приймач — `innerHTML`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Серверне кодування на DOM не діє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Контексти вставлення: базові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Текст елемента: сутності для `&amp; &lt; &gt; " '`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Хибно — вставлена розмітка стає активною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Атрибут: те саме, лапки обов'язкові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Без лапок пробіл відкриває обробник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Літерал у сценарії: екранування JavaScript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Сутності в блоці сценарію не розкриваються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Контексти вставлення: небезпечні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`href`: перелік схем `http`, `https`, `mailto`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Саме кодування схему `javascript:` не знімає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Обробник події: подвійний контекст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Надійного кодування для нього немає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Один рядок у двох контекстах — два правила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Атрибут: сутності; літерал: JSON і `&lt;`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Політика безпеки вмісту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Заголовок переліку дозволених джерел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Другий рубіж: наслідки зменшує, дефект — 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 заміна кодування виводу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`'unsafe-inline'` знецінює захід повністю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Робоче налаштування: `nonce` на кожну відповідь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Разом зі `'strict-dynamic'`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Міжсайтова підробка запиту (CWE-352)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Cookie долучається незалежно від ініціатора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Дію виконати може, відповідь прочитати — 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`SameSite=Lax`: крім переходів GET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GET не змінює стан застосунку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Синхронізований токен у формі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За наявності XSS обидва заходи безсилі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Підробка запиту на боці сервера (CWE-918)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Сервер виконує запит за чужою адресою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Досяжні внутрішні служби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Служба метаданих хмари: облікові дані ролі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Перелік заборонених адрес неспроможний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Ім'я, форми запису, переадресація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Розв'язати ім'я, звірити адресу, без переадресації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Небезпечна десеріалізація (CWE-502)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Відновлення об'єкта з послідовності байтів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Небезпека там, де формат описує дії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`pickle` — програма для стекової машини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Виклик об'єкта серед інструкцій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Код виконується під час розбору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Перевірка вмісту після розбору запізніла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Здатність форматів описувати дії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`pickle`: виконання довільного коду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YAML з повним завантажувачем: довільні класи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Java, .NET: ланцюжки гаджетів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JSON, protobuf зі схемою: лише дані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Формат обміну має описувати дані, не об'єкти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Обхід каталогів (CWE-22)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Ім'я ззовні виводить за межі каталогу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Фільтрація `../` хибна за побудовою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`....//` після заміни дає `../`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Відсоткове кодування розкривається пізніше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Спершу канонізація, потім перевірка належності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Канонізація і перевірка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Канонізувати ціль і базу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Перевірити підпорядкованість базі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Неканонізована база відхиляє законні імена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Надійніше — усунути клас за конструкцією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Зберігати під згенерованими ідентифікаторами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Первинні імена — у базі даних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Завантаження файлів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Виконання файла сервером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Хибний тип: розширення надсилає клієнт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Вичерпання ресурсів і коефіцієнт розпакування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Перелік розширень плюс сигнатура вмісту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PNG: перші 8 байтів сигнатури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Зберігати поза коренем, віддавати обробником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Помилки конфігурації безпеки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Режим налагодження в промисловому середовищі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Стандартні облікові записи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Відкриті інтерфейси адміністрування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Дефект у налаштуваннях, не в коді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XXE (CWE-611): `DOCTYPE` і зовнішня сутність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Заборонити `DOCTYPE`; перевіряти бібліотеку, не мову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Повідомлення про помилки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Різні відповіді дають перелік облікових записів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Помилка СУБД зводить сліпу ін'єкцію до звичайної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Користувачу — загальний текст і номер події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Подробиці — лише до журналу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Розкриття даних: без TLS, оборотні паролі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Секрети в репозиторії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Вразливі та застарілі компоненти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Дефект вносить автор бібліотеки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Усуває розробник продукту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Для користувача це вразливість продукту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Облік складу залежностей і строків оновлення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Ланцюг постачання — лекція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Дві різні операції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Валідація: один раз на межі довіри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Тип, довжина, діапазон, формат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Кодування: перед переданням інтерпретатору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На межі довіри контекст ще не відомий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Валідація не замінює кодування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Кодування не замінює валідацію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Заголовки відповіді HTTP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`Content-Security-Policy`: сторонній сценарій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Безсилий з `'unsafe-inline'`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`X-Content-Type-Options: nosniff`: тип за вмістом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Перевірки під час приймання не замінює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`Strict-Transport-Security`: пониження протоколу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Наслідки зменшують, дефект не усувають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Безпечно за замовчуванням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Шаблонізатор кодує кожне поле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ORM параметризує запити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Вбудований захист від CSRF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Дефекти там, де механізм вимкнено свідомо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Сирий SQL, безпечна розмітка, виключений маршрут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Ці місця шукають першими — лекція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Top 10 — категорії ризику, не критерій приймання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Ін'єкції: структурне розділення, не фільтрація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Правило кодування задає контекст вставлення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Другий рубіж наслідки зменшує, дефект лишає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Валідація й кодування — різні операції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Лекція 14: аналіз захищеності та захист від дослідження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13. Вразливості програмних застосунків: OWASP Top 10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