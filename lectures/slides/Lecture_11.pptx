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11</a:t>
            </a:r>
          </a:p>
          <a:p>
            <a:r>
              <a:rPr sz="3400" b="1">
                <a:solidFill>
                  <a:srgbClr val="FFFFFF"/>
                </a:solidFill>
              </a:rPr>
              <a:t>Асиметрична криптографія, електронний підпис та PKI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Асиметрична криптографія, електронний підпис та PKI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11 курсу «Безпека ПЗ»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10: спільний ключ уже 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Як він став спільним — поза розглядом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Таємний канал → автентифікація ключів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Завершення криптографічного блоку курсу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План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11.1 Відкритий ключ і система RSA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11.2 Прості числа й розрахунок ключів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11.3 Ель-Гамаль і еліптичні криві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11.4 Підпис, сертифікати, PKI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Задача розподілу ключів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Ключ треба доставити захищеним каналом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N = n · (n − 1) / 2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n = 1000 → 499 500 ключів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Генерація, доставка, зберігання, заміна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Обмежувала не стійкість шифрів, а розподіл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Квадратичне зростання щодо кількості абонентів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Дві односторонні конструкції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Одностороння функція: прообраз недосяжний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 таємним входом: обернення за таємницею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y = g^x^ mod p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Обернення — задача дискретного логарифма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Ефективного алгоритму не відомо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Протокол Діффі–Геллмана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Відкриті параметри p і 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Таємні a і b, передають g^a^ і g^b^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K = (g^b^)^a^ = (g^a^)^b^ = g^ab^ (mod p)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 = 23, g = 5, a = 6, b = 15 → 8 і 19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Спільний секрет 2 (mod 23)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Ключі виводять із секрету за механізмом лекції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Атака «людина посередині»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Протокол не автентифікує сторін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Порушник узгоджує два ключі окремо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Ретрансляція з перешифруванням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Секрет коректний, кореспондент невідомий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Контрзахід — автентифікація ключів (11.4)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Система RSA: формування ключів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Великі різні прості p і q, n = p · q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φ(n) = (p − 1)(q − 1),  e · d ≡ 1 (mod φ(n))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Відкритий ключ (e, n), закритий (d, 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φ(n) та проміжні дані знищують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p і q у закритому ключі: розшифрування вчетверо швидше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Їх компрометація = компрометація ключа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Коректність перетворення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 = m^e^ mod n,  m = c^d^ mod 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Теорема Ейлера для m, взаємно простого з 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Решта випадків — теорема про остачі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c^d^ = m^1 + k·φ(n)^ ≡ m (mod n)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Обидві операції — піднесення до степеня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«Підручниковий» RSA непридатний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Детермінований: перебір малого простору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Мультиплікативний: c~1~ · c~2~ → m~1~ · m~2~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Адаптивні атаки, підробка підпису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Доповнення за PKCS #1 обов'язкове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OAEP для шифрування, PSS для підпису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Вносять випадковість у перетворення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Гібридна схема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Асиметрика на порядки повільніша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Дані — сеансовим ключем, режим AEAD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Сеансовий ключ — RSA-OAEP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Захищають ключ, а не дані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Доповнення не знімає побічних каналів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TLS 1.3: ефемерне узгодження замість цього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Тест Ферма і числа Кармайкла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Детерміновані тести для 2^1024^ непрактичні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a^p − 1^ ≡ 1 (mod p)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Порушення доводить складеність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Виконання простоти не доводить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Числа Кармайкла: 561 = 3 · 11 · 17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Результат односторонній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Тест Міллера–Рабіна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x^2^ ≡ 1 (mod n) для простого: лише 1 і n − 1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Нетривіальний корінь доводить складеність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n − 1 = 2^s^ · d,  x = a^d^ mod 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x = 1 або n − 1 → раунд пройдено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Інакше ≤ s − 1 піднесень до квадрата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Поява n − 1 — раунд пройдено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Приклад і ймовірність помилки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n = 221: s = 2, d = 55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 = 174 → 47, 47^2^ ≡ 220: свідок брехні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 = 137 → 188, 188^2^ ≡ 205: складене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P~пом~ ≤ 4^−k^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k = 40 → межа 2^−80^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Непарне число порядку 2^1024^ просте приблизно раз на 355 кандидатів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Розширений алгоритм Евкліда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160 = 22 · 7 + 6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7 = 1 · 6 + 1, далі остача 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 = 7 − (160 − 22 · 7)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1 = 23 · 7 − 1 · 160 → d = 23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Перевірка: 7 · 23 = 161 = 160 + 1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p = 17, q = 11: (7, 187) і (23, 187)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Бінарне піднесення до степеня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Пряме обчислення m^e^ неможливе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Біти зліва направо: квадрат, за 1 — множення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множень ≤ 2·log~2~e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 = 88, e = 7 = 111~2~: 88, 44, 11 → c = 11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d = 23 = 10111~2~: 11, 121, 44, 165, 88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Лінійно щодо довжини показника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Стійкість RSA і довжина модуля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Спирається на складність факторизації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Обчислення φ(n) рівносильне факторизації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Найкращий метод субекспоненційний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Мінімум 2048 бітів, тривало — 3072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Спільний множник → НСД розкриває обидва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Джерело p і q — криптографічний генератор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Схема Ель-Гамаля: шифрування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Закритий ключ x, відкритий (p, g, y)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y = g^x^ mod 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Нове ефемерне k на кожне повідомлення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c~1~ = g^k^ mod p,  c~2~ = m · y^k^ mod 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 = c~2~ · (c~1~^x^)^−1^ mod p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Ймовірнісна; обсяг подвоюється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Підпис Ель-Гамаля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r = g^k^ mod p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s = (H(m) − x · r) · k^−1^ mod (p − 1)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Перевірка: g^H(m)^ проти y^r^ · r^s^ mod p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k взаємно просте з p − 1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Підписують хеш-суму, не повідомлення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Повторення ефемерного значення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Той самий k → однакове r у двох підписах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k = (h~1~ − h~2~) · (s~1~ − s~2~)^−1^ mod (p − 1)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x = (h~1~ − k · s~1~) · r^−1^ mod (p − 1)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Одне повторення знищує схему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ECDSA: модуль простий, обмеження немає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Захист — детерміноване k, як в EdDSA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Еліптичні криві над скінченним полем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Н. Кобліц і, незалежно, В. Міллер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y^2^ = x^3^ + a·x + b (mod p)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4a^3^ + 27b^2^ ≠ 0 (mod p)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Точки з нескінченно віддаленою — група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Сума через січну, подвоєння через дотичну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Скалярне множення kP замінює степінь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Подвоєння точки: приклад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Крива y^2^ = x^3^ + 2x + 2 (mod 17)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Точка P = (5, 1)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λ = (3 · 5^2^ + 2) · 2^−1^ ≡ 13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x~3~ = λ^2^ − 10 ≡ 6,  y~3~ ≡ 3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2P = (6, 3)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Обчислення — модулярні множення й обернення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Довжини ключів однакової стійкості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112 бітів: 3TDEA, 2048, 224–255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128 бітів: AES-128, 3072, 256–383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192 біти: AES-192, 7680, 384–511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256 бітів: AES-256, 15360, 512 і більше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Корінь з порядку групи проти субекспоненти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3TDEA заборонено після 2023 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Криві: переваги й межі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Коротший ключ, коротший підпис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Типовий вибір для мобільних застосунків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Лише стандартизовані набори параметрів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Перевіряти належність точки кривій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Усі задачі розв'язні на квантовому обчислювачі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Електронний підпис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Загрози STRIDE: Spoofing, Repudiation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Обчислено закритим, перевірено відкритим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Автентичність, цілісність, неспростовність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MAC не доводить авторства третій стороні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Той самий ключ в обох сторін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Неспростовність спирається на зберігання ключа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Підписують хеш-суму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Перетворення дороге, операнд обмежений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Без хешу — екзистенційна підробка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Стійкість підпису ≤ стійкості до колізій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Колізійна пара переносить підпис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Схеми: RSASSA-PSS, ECDSA, EdDSA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Сертифікат X.509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Підпис доводить володіння ключем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Не доводить, кому ключ належить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CA засвідчує ключ і суб'єкта власним підписом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Серійний номер, видавець, суб'єкт, строк, ключ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Розширення: альтернативні імена, призначення, ознака CA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Розширення діють лише тоді, коли їх зчитують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PKI та ланцюг довіри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Центри сертифікації та реєстрації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Сховища, списки відкликання, регламенти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Довіра переноситься на процедуру засвідчення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Життєвий цикл: запит — видача — відкликання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Корінь самопідписаний, у складі ОС і браузера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Ключ кореня автономний; видає проміжний центр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Перевірка ланцюга й відкликання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Підпис ланки — ключем наступної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Строк дії чинний; ознака CA дозволяє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Призначення ключа відповідає використанню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Звіряння імені вузла з альтернативними іменами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CRL: періодична публікація, дані застарілі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OCSP: статус за запитом, залежність від служби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TLS 1.3, керування ключами, КЕП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Ефемерне узгодження на кривій; ключі через HKDF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Сервер підписує хеш рукостискання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Пряма секретність; статичний RSA вилучено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verify=False приймає будь-який ключ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Ключ не покидає носія; одне призначення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КЕП і ДСТУ 4145-2002 — правовий вимір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Автентифікація ключів замість таємного каналу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«Підручниковий» RSA непридатний: OAEP і PSS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Міллер–Рабін і розширений Евклід дають ключ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Криві: 256 бітів проти 3072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Повторення ефемерного k розкриває ключ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Далі — лекція 12: вразливості низького рівня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11. Асиметрична криптографія, електронний підпис та PKI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